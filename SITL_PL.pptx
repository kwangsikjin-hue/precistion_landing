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D98EC-BA15-B879-BB5E-A14526F7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0406E3-1599-F130-1D26-8F4A01F2E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E34B1-5B2D-4962-F9BC-E7AFF53B7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70D13-E885-EB2C-615F-0EF1AF52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D43DA-5C8B-1809-4226-44B71143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E013C-8442-00BD-F3E5-6A1C8AE0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5E2F8-5F02-36BE-4C8F-5D5E30A31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C1D568-5996-E64A-3AEF-70CBFB81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5D767-F5C1-6AC4-A5CB-407499F6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41AC0-24D5-6AB9-B743-15815181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FD128-5F46-FBD3-6564-C5435BE8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7180CC-4B5F-AE73-CC79-D2916AD2B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7E0628-8656-9AF2-6BB3-C2E24200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9D6AC6-7D42-02EB-AF54-9B442655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91E9D-5082-23C0-D310-64CEA97E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8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8532B-EF13-837C-EDCC-A257C386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1EA9D-3D1A-8B07-3FC6-1F6BD8C08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71EBE1-BF06-9A73-1089-B113D3E54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C63295-42BE-6C54-AB5F-9631D58F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ABAE5-A4EB-4E48-7E9B-9A5CCD10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60E045-B477-0DDA-A53C-3ACBA94D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22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29DEC-564F-C77A-64D6-E5CA7F6B8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AC6DBD-A8F2-C6B1-6313-0D13DEF18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829BC8-1648-6DF5-AA09-5C6BB5930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EA5038-E13C-BB0D-D5C4-10E547506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63C838-B502-716B-14B6-B0A8088B9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08ECF7-FF2E-403A-273D-05611386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B0BFD7-27CC-BBC6-FDA3-3C2484DF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639EE4-D27F-6A39-1D02-2F05D6FD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4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CBFE9-F807-8F92-8CDF-69374A79F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855703-F61B-AAE8-799E-496A4D51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8ADB53-3D02-2180-D38D-6CF050C39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529048-71EC-B96A-34C8-BF1C2AF1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62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CCA0D7-39BC-8BCA-2151-1CD014E5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4DBD7C-1458-6C9B-D04F-F78A7952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B45F9C-FAFF-79CF-D7F4-3F52814A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43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A5444-8649-F9F2-88F7-DE3FD5E0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01D43C-0248-2DFA-3EF4-3C2B4066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BE3843-5129-5EF4-0064-87BF07C1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E91207-5B7B-C6F7-2E27-0C42346E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0C078-3353-220E-F57B-2BB66EFD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5B4F9-6D03-1E0B-F1E2-A029E51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83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F6D8B-5059-B3C6-0DB9-3A4BDAC9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CC24465-D828-9D0D-E197-1C056F09E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CD43BC-D5E0-9086-A7D9-F42367CBE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3891E-502F-6588-65AC-33170EA1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51DDAF-B402-9DB2-A5B7-CF20D9C2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93D51C-AF98-526B-1AC4-5668BEE7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620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06AF3-09DF-9A08-CD33-E78AABA1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634C7C-72DC-F420-56D6-D5B06F4A4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9AB168-2711-4A36-40F2-86D98C54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CD579A-82FC-6903-92B7-8CEF5376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39D126-E7E4-D062-FFFE-37CB014C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44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825FA5-C0FD-E2F8-4563-9F85B5BEB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B844EF-230D-68A4-E06F-F7A84E779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04197-A855-43D7-2BFE-75FD230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12545-646A-2C03-1C49-51225E45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DB0FB-51E0-1BB9-A9A0-428EC564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583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04C3F2-9C63-F293-BADF-9E9EDF8A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C9A7E5-FBB6-9349-D89D-3FBE04976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6F1199-4759-9A00-BE40-3E763A2F5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28A0A-381C-4B00-9E21-49A85DF5444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1C255C-DAFF-EDF9-F781-D17307F96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921B48-D92B-006C-D76E-3067E54DC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61244-EF46-433A-BEC6-12E87438C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38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C1A1507-3CE6-9B7E-A92C-86F43BC41F38}"/>
              </a:ext>
            </a:extLst>
          </p:cNvPr>
          <p:cNvSpPr/>
          <p:nvPr/>
        </p:nvSpPr>
        <p:spPr>
          <a:xfrm>
            <a:off x="3445164" y="960582"/>
            <a:ext cx="2936586" cy="8491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8E534-4E32-A0EE-CB82-701AC4AD0FD6}"/>
              </a:ext>
            </a:extLst>
          </p:cNvPr>
          <p:cNvSpPr txBox="1"/>
          <p:nvPr/>
        </p:nvSpPr>
        <p:spPr>
          <a:xfrm>
            <a:off x="3694545" y="1209964"/>
            <a:ext cx="2539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ArduPilot</a:t>
            </a:r>
            <a:r>
              <a:rPr lang="ko-KR" altLang="en-US" dirty="0"/>
              <a:t> </a:t>
            </a:r>
            <a:r>
              <a:rPr lang="en-US" altLang="ko-KR" dirty="0"/>
              <a:t>SITL</a:t>
            </a:r>
            <a:r>
              <a:rPr lang="ko-KR" altLang="en-US" dirty="0"/>
              <a:t> 가상 </a:t>
            </a:r>
            <a:r>
              <a:rPr lang="en-US" altLang="ko-KR" dirty="0"/>
              <a:t>FC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CC27BA5-E11F-E1FE-3209-F3AC238D39E5}"/>
              </a:ext>
            </a:extLst>
          </p:cNvPr>
          <p:cNvSpPr/>
          <p:nvPr/>
        </p:nvSpPr>
        <p:spPr>
          <a:xfrm>
            <a:off x="815109" y="3246582"/>
            <a:ext cx="3310240" cy="8491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46A20-7885-285C-C29F-43183E1D5FC4}"/>
              </a:ext>
            </a:extLst>
          </p:cNvPr>
          <p:cNvSpPr txBox="1"/>
          <p:nvPr/>
        </p:nvSpPr>
        <p:spPr>
          <a:xfrm>
            <a:off x="827651" y="3366655"/>
            <a:ext cx="3297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미션 </a:t>
            </a:r>
            <a:r>
              <a:rPr lang="ko-KR" altLang="en-US" dirty="0" err="1"/>
              <a:t>플래너</a:t>
            </a:r>
            <a:r>
              <a:rPr lang="ko-KR" altLang="en-US" dirty="0"/>
              <a:t> </a:t>
            </a:r>
            <a:r>
              <a:rPr lang="en-US" altLang="ko-KR" dirty="0"/>
              <a:t>(Mission Planner)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데이터 플롯 및 튜닝 모니터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118CC3-8780-0FF9-E22B-560DDE17B1C4}"/>
              </a:ext>
            </a:extLst>
          </p:cNvPr>
          <p:cNvSpPr/>
          <p:nvPr/>
        </p:nvSpPr>
        <p:spPr>
          <a:xfrm>
            <a:off x="5725969" y="3259859"/>
            <a:ext cx="2936586" cy="8491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02DF7-3A62-6CBB-3952-2933B90CA74E}"/>
              </a:ext>
            </a:extLst>
          </p:cNvPr>
          <p:cNvSpPr txBox="1"/>
          <p:nvPr/>
        </p:nvSpPr>
        <p:spPr>
          <a:xfrm>
            <a:off x="5952576" y="3356659"/>
            <a:ext cx="2472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Jetson Nano(AI </a:t>
            </a:r>
            <a:r>
              <a:rPr lang="ko-KR" altLang="en-US" dirty="0"/>
              <a:t>비전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jetson_inference.py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C4DCD81-26A3-2D6D-3502-0F517511D87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2470229" y="1809750"/>
            <a:ext cx="2443228" cy="14368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104A334-BE08-DC27-2490-3A1A24CE2606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913457" y="1809750"/>
            <a:ext cx="2280805" cy="14501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1AD20E-51AE-F42C-9930-25EB99BF2ECB}"/>
              </a:ext>
            </a:extLst>
          </p:cNvPr>
          <p:cNvSpPr txBox="1"/>
          <p:nvPr/>
        </p:nvSpPr>
        <p:spPr>
          <a:xfrm>
            <a:off x="1687652" y="2219448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UDP</a:t>
            </a:r>
            <a:r>
              <a:rPr lang="ko-KR" altLang="en-US" dirty="0"/>
              <a:t> </a:t>
            </a:r>
            <a:r>
              <a:rPr lang="en-US" altLang="ko-KR" dirty="0"/>
              <a:t>14550 </a:t>
            </a:r>
            <a:r>
              <a:rPr lang="ko-KR" altLang="en-US" dirty="0"/>
              <a:t>포트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B4B3C-6C30-0799-1E54-2065625BAE1B}"/>
              </a:ext>
            </a:extLst>
          </p:cNvPr>
          <p:cNvSpPr txBox="1"/>
          <p:nvPr/>
        </p:nvSpPr>
        <p:spPr>
          <a:xfrm>
            <a:off x="6524337" y="2249817"/>
            <a:ext cx="190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UDP 14551 </a:t>
            </a:r>
            <a:r>
              <a:rPr lang="ko-KR" altLang="en-US" dirty="0"/>
              <a:t>포트</a:t>
            </a:r>
          </a:p>
        </p:txBody>
      </p:sp>
    </p:spTree>
    <p:extLst>
      <p:ext uri="{BB962C8B-B14F-4D97-AF65-F5344CB8AC3E}">
        <p14:creationId xmlns:p14="http://schemas.microsoft.com/office/powerpoint/2010/main" val="119869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k.s jin</dc:creator>
  <cp:lastModifiedBy>k.s jin</cp:lastModifiedBy>
  <cp:revision>1</cp:revision>
  <dcterms:created xsi:type="dcterms:W3CDTF">2026-05-30T15:32:10Z</dcterms:created>
  <dcterms:modified xsi:type="dcterms:W3CDTF">2026-05-30T15:32:38Z</dcterms:modified>
</cp:coreProperties>
</file>